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MEDBRA AI LABS - AMD HACKATHON ACT 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MedBra Hybrid Router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orchestration platform for Portuguese-speaking healthcare -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medical conversations between local and cloud LLMs.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2651760" cy="502920"/>
          </a:xfrm>
          <a:prstGeom prst="roundRect">
            <a:avLst>
              <a:gd name="adj" fmla="val 49091"/>
            </a:avLst>
          </a:prstGeom>
          <a:solidFill>
            <a:srgbClr val="0E6E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on AMD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4480560"/>
            <a:ext cx="2651760" cy="502920"/>
          </a:xfrm>
          <a:prstGeom prst="roundRect">
            <a:avLst>
              <a:gd name="adj" fmla="val 49091"/>
            </a:avLst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4480560"/>
            <a:ext cx="2651760" cy="502920"/>
          </a:xfrm>
          <a:prstGeom prst="roundRect">
            <a:avLst>
              <a:gd name="adj" fmla="val 49091"/>
            </a:avLst>
          </a:prstGeom>
          <a:solidFill>
            <a:srgbClr val="0E6E5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telemedicine startup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medbra.tech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6355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github.com/Tiagogee/medbra-hybrid-router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sick abroad is a financial trap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US urgent-care visit costs </a:t>
            </a:r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$500-$2,000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 4.5M+ Brazilians abroad postpone care, self-diagnose, and suffer through symptoms in a language they do not fully master.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498080" y="210312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0F3B45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4688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$1,847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498080" y="3931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ER bill for a sore throat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 doctor, in Portuguese - powered by smart routing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MedBra is a </a:t>
            </a:r>
            <a:pPr indent="0" marL="0">
              <a:buNone/>
            </a:pPr>
            <a:r>
              <a:rPr lang="en-US" sz="19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pPr indent="0" marL="0">
              <a:buNone/>
            </a:pPr>
            <a:r>
              <a:rPr lang="en-US" sz="19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telemedicine service. Its brain is the Hybrid Router: every message goes to the cheapest model that is still accurate enough - and safety never touches a paid model.</a:t>
            </a:r>
            <a:endParaRPr lang="en-US" sz="1900" dirty="0"/>
          </a:p>
        </p:txBody>
      </p:sp>
      <p:pic>
        <p:nvPicPr>
          <p:cNvPr id="5" name="Image 0" descr="assets/router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9966960" cy="3081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first - tokens last - safety always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640080" cy="640080"/>
          </a:xfrm>
          <a:prstGeom prst="oval">
            <a:avLst/>
          </a:prstGeom>
          <a:solidFill>
            <a:srgbClr val="FF6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21488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Safety Guard - deterministic, 0 tokens. Emergency -&gt; 911 + human. Prescription ask -&gt; safe refusal.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640080" cy="640080"/>
          </a:xfrm>
          <a:prstGeom prst="oval">
            <a:avLst/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31089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Gemma on the AMD GPU pod - $0.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640080" cy="640080"/>
          </a:xfrm>
          <a:prstGeom prst="oval">
            <a:avLst/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40690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(Gemma-2 / Llama, AMD-hosted) - a 1-token judge decides if it is confident enough.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640080" cy="640080"/>
          </a:xfrm>
          <a:prstGeom prst="oval">
            <a:avLst/>
          </a:prstGeom>
          <a:solidFill>
            <a:srgbClr val="0E6E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50292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- only for complex + sensitive health.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 cheaper - safety intact</a:t>
            </a:r>
            <a:endParaRPr lang="en-US" sz="3800" dirty="0"/>
          </a:p>
        </p:txBody>
      </p:sp>
      <p:pic>
        <p:nvPicPr>
          <p:cNvPr id="4" name="Image 0" descr="assets/cost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60350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23774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of messages stay on the top tier </a:t>
            </a:r>
            <a:pPr indent="0" marL="0">
              <a:buNone/>
            </a:pPr>
            <a:r>
              <a:rPr lang="en-US" sz="20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purpose.</a:t>
            </a:r>
            <a:pPr indent="0" marL="0">
              <a:buNone/>
            </a:pPr>
            <a:r>
              <a:rPr lang="en-US" sz="20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optimize FAQs, never clinical judgment.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94944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-84%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94944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msg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9326880" y="4892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on emergencies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- REAL INFERENCE, TODAY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mock: local Gemma-class model, $0, 3/3 correct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3291840"/>
          </a:xfrm>
          <a:prstGeom prst="roundRect">
            <a:avLst>
              <a:gd name="adj" fmla="val 3333"/>
            </a:avLst>
          </a:prstGeom>
          <a:solidFill>
            <a:srgbClr val="0F3B45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(local, AMD-pod-compatible)
</a:t>
            </a:r>
            <a:pPr indent="0" marL="0">
              <a:lnSpc>
                <a:spcPct val="115000"/>
              </a:lnSpc>
              <a:buNone/>
            </a:pP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MedBra lead-intent classification - 3/3 correct - ~2.4s warm - $0.00 marginal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Claude same task: ~200 tokens @ ~$0.002/msg.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tier handles classification at zero marginal cost - proven on real hardware, ready for the AMD pod.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4.5M Brazilians abroad - and every diaspora after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Brazilians in the US (beachhead)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2468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0" y="3611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consult - ~$29 margin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21040" y="2468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321040" y="3611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cost to 150 lives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core -&gt; per-country modules: Portugal, Canada, UK, Spain. The router makes each new market cheap to serve.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demo - a running company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22402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pay-first pipeline: Stripe -&gt; activation -&gt; doctor on screen in &lt;30 min (real $39 charges settled)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31546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WhatsApp Cloud API + Chatwoot attendant (Bia)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40690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content engine, brand, CRM, automations (n8n)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FF6A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292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983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Router = the v2 brain of Bia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SCALES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stays flat while volume explodes</a:t>
            </a:r>
            <a:endParaRPr lang="en-US" sz="3400" dirty="0"/>
          </a:p>
        </p:txBody>
      </p:sp>
      <p:pic>
        <p:nvPicPr>
          <p:cNvPr id="4" name="Image 0" descr="assets/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828800"/>
            <a:ext cx="6309360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~$10k/yr saved at 500k msgs/mo - margin that compounds as we add countries.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operating system for Portuguese-speaking healthcare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D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patrimony is not the AI - it is the system that uses any AI in the best way. Model-agnostic by design: survives Claude 6, GPT-6, Gemini Ultra.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"Onde tiver um brasileiro, tem um medico brasileiro."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MedBra AI Labs - Tiago (CEO) + Axis (AI CTO)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6355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Criciuma -&gt; Orlando -&gt; the world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2026-07-09T02:41:41Z</dcterms:created>
  <dcterms:modified xsi:type="dcterms:W3CDTF">2026-07-09T02:41:41Z</dcterms:modified>
</cp:coreProperties>
</file>